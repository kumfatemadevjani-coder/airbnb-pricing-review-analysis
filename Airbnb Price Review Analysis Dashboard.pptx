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04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53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73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5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52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769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902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65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86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5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78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9781B-035E-4D1D-A220-033FEC70898B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D8A8DCD-4A84-450D-B19F-B60DD382D32C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85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115C-CCAF-E1A7-1D73-523B6D3F3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Airbnb Price &amp; Review Analysis Dashboard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A0250-4343-075D-3965-BD5A928A81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Analysis Project Using Python &amp; Power BI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299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300A-E6D6-4E11-F747-A3ABF5676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A5373-3FE6-2C59-81F0-59FA36DA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Airbnb listing data to understand pricing patterns, customer ratings, and host characteristics.</a:t>
            </a:r>
          </a:p>
          <a:p>
            <a:r>
              <a:rPr lang="en-US" dirty="0"/>
              <a:t>The project was completed in two main stages:</a:t>
            </a:r>
          </a:p>
          <a:p>
            <a:r>
              <a:rPr lang="en-US" dirty="0"/>
              <a:t>Data Cleaning &amp; Preprocessing using Python</a:t>
            </a:r>
          </a:p>
          <a:p>
            <a:r>
              <a:rPr lang="en-US" dirty="0"/>
              <a:t>Data Visualization &amp; Dashboard Creation using Power BI</a:t>
            </a:r>
          </a:p>
          <a:p>
            <a:r>
              <a:rPr lang="en-US" dirty="0"/>
              <a:t>Total Listings Analyzed: 212,000+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57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D60B-3E37-9D72-D4C1-0E27B32E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E6B5B-4F05-2AED-FFA3-6591C574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Tools &amp; Technologies</a:t>
            </a:r>
            <a:endParaRPr lang="en-CA" dirty="0"/>
          </a:p>
          <a:p>
            <a:r>
              <a:rPr lang="en-CA" dirty="0"/>
              <a:t>Python (Data Cleaning &amp; Preprocessing)</a:t>
            </a:r>
          </a:p>
          <a:p>
            <a:r>
              <a:rPr lang="en-CA" dirty="0"/>
              <a:t>Pandas (Data manipulation)</a:t>
            </a:r>
          </a:p>
          <a:p>
            <a:r>
              <a:rPr lang="en-CA" dirty="0"/>
              <a:t>Power BI (Dashboard creation)</a:t>
            </a:r>
          </a:p>
          <a:p>
            <a:r>
              <a:rPr lang="en-CA" dirty="0"/>
              <a:t>DAX (Calculated measures &amp; KPIs)</a:t>
            </a:r>
          </a:p>
          <a:p>
            <a:endParaRPr lang="en-CA" dirty="0"/>
          </a:p>
          <a:p>
            <a:r>
              <a:rPr lang="en-US" dirty="0"/>
              <a:t>This combination allowed efficient data preparation and powerful visualization.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0655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1F8A-FAC1-162C-2E0B-A514CAD7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CLEANING PROCESS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2BE8-73C4-C076-9E8C-7CE7D821C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219"/>
            <a:ext cx="10515600" cy="46826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The raw dataset contained missing values, inconsistent formats, and unnecessary columns.</a:t>
            </a:r>
          </a:p>
          <a:p>
            <a:pPr marL="0" indent="0">
              <a:buNone/>
            </a:pPr>
            <a:r>
              <a:rPr lang="en-CA" dirty="0"/>
              <a:t>Steps performed using Python:</a:t>
            </a:r>
          </a:p>
          <a:p>
            <a:r>
              <a:rPr lang="en-CA" dirty="0"/>
              <a:t>Removed missing/null values</a:t>
            </a:r>
          </a:p>
          <a:p>
            <a:r>
              <a:rPr lang="en-CA" dirty="0"/>
              <a:t>Cleaned price column (removed symbols, converted to numeric)</a:t>
            </a:r>
          </a:p>
          <a:p>
            <a:r>
              <a:rPr lang="en-CA" dirty="0"/>
              <a:t>Handled incorrect data types</a:t>
            </a:r>
          </a:p>
          <a:p>
            <a:r>
              <a:rPr lang="en-CA" dirty="0"/>
              <a:t>Removed duplicates</a:t>
            </a:r>
          </a:p>
          <a:p>
            <a:r>
              <a:rPr lang="en-CA" dirty="0"/>
              <a:t>Standardized categorical values</a:t>
            </a:r>
          </a:p>
          <a:p>
            <a:r>
              <a:rPr lang="en-CA" dirty="0"/>
              <a:t>Created new calculated columns</a:t>
            </a:r>
          </a:p>
          <a:p>
            <a:r>
              <a:rPr lang="en-CA" dirty="0"/>
              <a:t>Exported cleaned dataset for Power BI</a:t>
            </a:r>
          </a:p>
          <a:p>
            <a:pPr marL="0" indent="0">
              <a:buNone/>
            </a:pPr>
            <a:r>
              <a:rPr lang="en-CA" dirty="0"/>
              <a:t>Python helped ensure accurate and reliable analysis.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908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4E9A-6282-4231-6502-291CC5DF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E0B8-3CF2-4AB4-D926-7EDABC406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analysis aims to answer:</a:t>
            </a:r>
          </a:p>
          <a:p>
            <a:r>
              <a:rPr lang="en-US" dirty="0"/>
              <a:t>What factors influence Airbnb listing prices?</a:t>
            </a:r>
          </a:p>
          <a:p>
            <a:r>
              <a:rPr lang="en-US" dirty="0"/>
              <a:t>Does review score affect pricing?</a:t>
            </a:r>
          </a:p>
          <a:p>
            <a:r>
              <a:rPr lang="en-US" dirty="0"/>
              <a:t>Do Superhosts charge more?</a:t>
            </a:r>
          </a:p>
          <a:p>
            <a:r>
              <a:rPr lang="en-US" dirty="0"/>
              <a:t>Which room type generates the highest average price?</a:t>
            </a:r>
          </a:p>
          <a:p>
            <a:r>
              <a:rPr lang="en-US" dirty="0"/>
              <a:t>How does neighbourhood impact pricing?</a:t>
            </a:r>
          </a:p>
          <a:p>
            <a:r>
              <a:rPr lang="en-US" dirty="0"/>
              <a:t>How does guest capacity influence price?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491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3CC60-EF0C-0D91-D5C1-5C40C3D1E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C9E4-E6A7-4AB7-700C-5F82DCC6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Key Columns Used: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review_scores_rating</a:t>
            </a:r>
          </a:p>
          <a:p>
            <a:r>
              <a:rPr lang="en-US" dirty="0"/>
              <a:t>room_type</a:t>
            </a:r>
          </a:p>
          <a:p>
            <a:r>
              <a:rPr lang="en-US" dirty="0"/>
              <a:t>neighbourhood</a:t>
            </a:r>
          </a:p>
          <a:p>
            <a:r>
              <a:rPr lang="en-US" dirty="0"/>
              <a:t>accommodates</a:t>
            </a:r>
          </a:p>
          <a:p>
            <a:r>
              <a:rPr lang="en-US" dirty="0"/>
              <a:t>minimum_nights</a:t>
            </a:r>
          </a:p>
          <a:p>
            <a:r>
              <a:rPr lang="en-US" dirty="0"/>
              <a:t>host_is_superhost</a:t>
            </a:r>
          </a:p>
          <a:p>
            <a:pPr marL="0" indent="0">
              <a:buNone/>
            </a:pPr>
            <a:r>
              <a:rPr lang="en-US" dirty="0"/>
              <a:t>After cleaning in Python, the dataset was imported into Power BI for visualization.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344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3745-10B9-C78A-78E3-F3025B45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8689C-F4DC-8783-1F97-B57774488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Dashboard KPIs</a:t>
            </a:r>
            <a:endParaRPr lang="en-US" dirty="0"/>
          </a:p>
          <a:p>
            <a:r>
              <a:rPr lang="en-US" dirty="0"/>
              <a:t>Average Price: 145.89</a:t>
            </a:r>
          </a:p>
          <a:p>
            <a:r>
              <a:rPr lang="en-US" dirty="0"/>
              <a:t>Average Review Score: 65.08</a:t>
            </a:r>
          </a:p>
          <a:p>
            <a:r>
              <a:rPr lang="en-US" dirty="0"/>
              <a:t>Total Listings: 212K</a:t>
            </a:r>
          </a:p>
          <a:p>
            <a:r>
              <a:rPr lang="en-US" dirty="0"/>
              <a:t>Average Price per Guest: 59.45</a:t>
            </a:r>
          </a:p>
          <a:p>
            <a:r>
              <a:rPr lang="en-US" dirty="0"/>
              <a:t>These KPIs provide a quick summary of overall market performance.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99239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5376-B292-FE94-1410-60E08BEB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PRICE BY ROOM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C8D00-E781-8F70-FFD6-3194D41A3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Room Types:</a:t>
            </a:r>
          </a:p>
          <a:p>
            <a:r>
              <a:rPr lang="en-US" dirty="0"/>
              <a:t>Entire Place</a:t>
            </a:r>
          </a:p>
          <a:p>
            <a:r>
              <a:rPr lang="en-US" dirty="0"/>
              <a:t>Private Room</a:t>
            </a:r>
          </a:p>
          <a:p>
            <a:r>
              <a:rPr lang="en-US" dirty="0"/>
              <a:t>Shared Room</a:t>
            </a:r>
          </a:p>
          <a:p>
            <a:r>
              <a:rPr lang="en-US" dirty="0"/>
              <a:t>Hotel Room</a:t>
            </a:r>
          </a:p>
          <a:p>
            <a:pPr marL="0" indent="0">
              <a:buNone/>
            </a:pPr>
            <a:r>
              <a:rPr lang="en-US" dirty="0"/>
              <a:t>Insights:</a:t>
            </a:r>
          </a:p>
          <a:p>
            <a:r>
              <a:rPr lang="en-US" dirty="0"/>
              <a:t>Hotel rooms have the highest average price.</a:t>
            </a:r>
          </a:p>
          <a:p>
            <a:r>
              <a:rPr lang="en-US" dirty="0"/>
              <a:t>Entire places are also priced higher.</a:t>
            </a:r>
          </a:p>
          <a:p>
            <a:r>
              <a:rPr lang="en-US" dirty="0"/>
              <a:t>Shared rooms are the most affordable.</a:t>
            </a:r>
          </a:p>
          <a:p>
            <a:r>
              <a:rPr lang="en-US" dirty="0"/>
              <a:t>Room type is a major price determinant.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FCCFF-940D-7B8C-BDB6-43DC7C2B8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726" y="2352368"/>
            <a:ext cx="5711778" cy="273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D6B5-0313-8C7B-116D-ACCCD9F3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SCORE VS PRICE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5039-890B-B6DE-819C-31ABD858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Chart Setup:</a:t>
            </a:r>
          </a:p>
          <a:p>
            <a:r>
              <a:rPr lang="en-US" dirty="0"/>
              <a:t>X-Axis: Average Review Score</a:t>
            </a:r>
          </a:p>
          <a:p>
            <a:r>
              <a:rPr lang="en-US" dirty="0"/>
              <a:t>Y-Axis: Average Price</a:t>
            </a:r>
          </a:p>
          <a:p>
            <a:r>
              <a:rPr lang="en-US" dirty="0"/>
              <a:t>Bubble Size: Accommodates</a:t>
            </a:r>
          </a:p>
          <a:p>
            <a:r>
              <a:rPr lang="en-US" dirty="0"/>
              <a:t>Legend: Room Type</a:t>
            </a:r>
          </a:p>
          <a:p>
            <a:pPr marL="0" indent="0">
              <a:buNone/>
            </a:pPr>
            <a:r>
              <a:rPr lang="en-US" dirty="0"/>
              <a:t>Insights:</a:t>
            </a:r>
          </a:p>
          <a:p>
            <a:r>
              <a:rPr lang="en-US" dirty="0"/>
              <a:t>Higher review scores do not always guarantee higher prices.</a:t>
            </a:r>
          </a:p>
          <a:p>
            <a:r>
              <a:rPr lang="en-US" dirty="0"/>
              <a:t>Entire places maintain strong review scores.</a:t>
            </a:r>
          </a:p>
          <a:p>
            <a:r>
              <a:rPr lang="en-US" dirty="0"/>
              <a:t>Guest capacity influences price.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32C62-C4CF-2601-21D1-C57E83568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459" y="2015732"/>
            <a:ext cx="5279187" cy="224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2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2B89-DF75-DA1F-CDE6-C3D3F91A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PRICE BY NEIGHBOURHOOD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893AEF-455E-C769-C1D5-F167C7BC5C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9052"/>
            <a:ext cx="9617765" cy="326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3200" b="1" dirty="0"/>
              <a:t>Average Price by Neighborhood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Insights:</a:t>
            </a:r>
          </a:p>
          <a:p>
            <a:r>
              <a:rPr lang="en-US" sz="3200" dirty="0"/>
              <a:t>Location strongly influences price.</a:t>
            </a:r>
          </a:p>
          <a:p>
            <a:r>
              <a:rPr lang="en-US" sz="3200" dirty="0"/>
              <a:t>Premium neighborhoods charge significantly higher prices.</a:t>
            </a:r>
          </a:p>
          <a:p>
            <a:r>
              <a:rPr lang="en-US" sz="3200" dirty="0"/>
              <a:t>Geographic factors affect market positioning.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A8E66-8BB6-D67C-FBE9-382453F54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716" y="2013155"/>
            <a:ext cx="4638368" cy="210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63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B521-00A1-D5D2-44D1-53D3CFD2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F2167-C145-AB21-1EB2-D31C0CA2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Major Insights</a:t>
            </a:r>
            <a:endParaRPr lang="en-US" dirty="0"/>
          </a:p>
          <a:p>
            <a:r>
              <a:rPr lang="en-US" dirty="0"/>
              <a:t>Location is a primary price driver.</a:t>
            </a:r>
          </a:p>
          <a:p>
            <a:r>
              <a:rPr lang="en-US" dirty="0"/>
              <a:t>Room type significantly impacts pricing.</a:t>
            </a:r>
          </a:p>
          <a:p>
            <a:r>
              <a:rPr lang="en-US" dirty="0"/>
              <a:t>Superhosts earn slightly higher prices.</a:t>
            </a:r>
          </a:p>
          <a:p>
            <a:r>
              <a:rPr lang="en-US" dirty="0"/>
              <a:t>Entire place listings dominate the market.</a:t>
            </a:r>
          </a:p>
          <a:p>
            <a:r>
              <a:rPr lang="en-US" dirty="0"/>
              <a:t>Review scores have moderate impact on pricing.</a:t>
            </a:r>
          </a:p>
          <a:p>
            <a:r>
              <a:rPr lang="en-US" dirty="0"/>
              <a:t>Guest capacity increases revenue potential.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318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F23E-FE7B-DDD1-47C1-01519F4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4A129-12D2-6A13-EE01-6760CF2A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demonstrates how:</a:t>
            </a:r>
          </a:p>
          <a:p>
            <a:r>
              <a:rPr lang="en-US" dirty="0"/>
              <a:t>Python improves data quality through cleaning and preprocessing.</a:t>
            </a:r>
          </a:p>
          <a:p>
            <a:r>
              <a:rPr lang="en-US" dirty="0"/>
              <a:t>Power BI transforms data into meaningful insights.</a:t>
            </a:r>
          </a:p>
          <a:p>
            <a:r>
              <a:rPr lang="en-US" dirty="0"/>
              <a:t>Data-driven decisions can optimize pricing strategy.</a:t>
            </a:r>
          </a:p>
          <a:p>
            <a:pPr marL="0" indent="0">
              <a:buNone/>
            </a:pPr>
            <a:r>
              <a:rPr lang="en-US" dirty="0"/>
              <a:t>The dashboard provides clear, actionable insights for hosts and investors.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53193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B2B5-AD93-F3B9-E213-1EB27C27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05619-368E-6710-0A8E-11EF07A90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Future Enhancements</a:t>
            </a:r>
            <a:endParaRPr lang="en-US" dirty="0"/>
          </a:p>
          <a:p>
            <a:r>
              <a:rPr lang="en-US" dirty="0"/>
              <a:t>Price prediction model using Machine Learning</a:t>
            </a:r>
          </a:p>
          <a:p>
            <a:r>
              <a:rPr lang="en-US" dirty="0"/>
              <a:t>Seasonal trend analysis</a:t>
            </a:r>
          </a:p>
          <a:p>
            <a:r>
              <a:rPr lang="en-US" dirty="0"/>
              <a:t>Revenue forecasting</a:t>
            </a:r>
          </a:p>
          <a:p>
            <a:r>
              <a:rPr lang="en-US" dirty="0"/>
              <a:t>Occupancy rate analysis</a:t>
            </a:r>
          </a:p>
          <a:p>
            <a:r>
              <a:rPr lang="en-US" dirty="0"/>
              <a:t>Customer segmentation analysis</a:t>
            </a:r>
          </a:p>
        </p:txBody>
      </p:sp>
    </p:spTree>
    <p:extLst>
      <p:ext uri="{BB962C8B-B14F-4D97-AF65-F5344CB8AC3E}">
        <p14:creationId xmlns:p14="http://schemas.microsoft.com/office/powerpoint/2010/main" val="2915485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5B3F-C064-83F2-59B8-A2586D83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AF00F-1075-2386-FEEC-CBB345354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Kum Fatema</a:t>
            </a:r>
          </a:p>
        </p:txBody>
      </p:sp>
    </p:spTree>
    <p:extLst>
      <p:ext uri="{BB962C8B-B14F-4D97-AF65-F5344CB8AC3E}">
        <p14:creationId xmlns:p14="http://schemas.microsoft.com/office/powerpoint/2010/main" val="370041649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533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Airbnb Price &amp; Review Analysis Dashboard</vt:lpstr>
      <vt:lpstr>PROJECT OVERVIEW</vt:lpstr>
      <vt:lpstr>TOOLS &amp; TECHNOLOGIES USED</vt:lpstr>
      <vt:lpstr>DATA CLEANING PROCESS (PYTHON)</vt:lpstr>
      <vt:lpstr>BUSINESS OBJECTIVES</vt:lpstr>
      <vt:lpstr>DATASET DESCRIPTION</vt:lpstr>
      <vt:lpstr>KEY PERFORMANCE INDICATORS (KPIs)</vt:lpstr>
      <vt:lpstr>PRICE BY ROOM TYPE</vt:lpstr>
      <vt:lpstr>REVIEW SCORE VS PRICE ANALYSIS</vt:lpstr>
      <vt:lpstr>PRICE BY NEIGHBOURHOOD</vt:lpstr>
      <vt:lpstr>KEY FINDINGS</vt:lpstr>
      <vt:lpstr>CONCLUSION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Qumfatema Datari</dc:creator>
  <cp:lastModifiedBy>Qumfatema Datari</cp:lastModifiedBy>
  <cp:revision>1</cp:revision>
  <dcterms:created xsi:type="dcterms:W3CDTF">2026-02-19T14:59:25Z</dcterms:created>
  <dcterms:modified xsi:type="dcterms:W3CDTF">2026-02-19T15:17:42Z</dcterms:modified>
</cp:coreProperties>
</file>